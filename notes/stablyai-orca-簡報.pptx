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528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名詞先講清楚：
AI 寫程式助手：Claude Code、Codex 這類在終端機裡幫你寫程式的工具，以下簡稱「助手」。
session（對話）：和助手的一段對話，關掉就結束。
worktree：同一個專案複製出來的獨立工作資料夾，幾個助手同時改也不會互相踩到。
PR／issue：GitHub 上的「待合併的程式修改」／「需求或問題回報」，兩者都不代表功能已經上線。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347472" cy="347472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537960" y="1143000"/>
            <a:ext cx="347472" cy="347472"/>
          </a:xfrm>
          <a:prstGeom prst="ellipse">
            <a:avLst/>
          </a:prstGeom>
          <a:solidFill>
            <a:srgbClr val="13315C"/>
          </a:solidFill>
          <a:ln w="12700">
            <a:solidFill>
              <a:srgbClr val="BFD7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7040880" y="822960"/>
            <a:ext cx="347472" cy="347472"/>
          </a:xfrm>
          <a:prstGeom prst="ellipse">
            <a:avLst/>
          </a:prstGeom>
          <a:solidFill>
            <a:srgbClr val="13315C"/>
          </a:solidFill>
          <a:ln w="12700">
            <a:solidFill>
              <a:srgbClr val="BFD7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543800" y="1143000"/>
            <a:ext cx="347472" cy="347472"/>
          </a:xfrm>
          <a:prstGeom prst="ellipse">
            <a:avLst/>
          </a:prstGeom>
          <a:solidFill>
            <a:srgbClr val="13315C"/>
          </a:solidFill>
          <a:ln w="12700">
            <a:solidFill>
              <a:srgbClr val="BFD7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046720" y="822960"/>
            <a:ext cx="347472" cy="347472"/>
          </a:xfrm>
          <a:prstGeom prst="ellipse">
            <a:avLst/>
          </a:prstGeom>
          <a:solidFill>
            <a:srgbClr val="13315C"/>
          </a:solidFill>
          <a:ln w="12700">
            <a:solidFill>
              <a:srgbClr val="BFD7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Stably Orca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BFD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同時指揮多個 AI 寫程式助手的工具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26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能用我們現有的 Claude／Codex 訂閱嗎？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額度用完怎麼辦？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能取代記憶系統嗎？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69526"/>
            <a:ext cx="4572000" cy="38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00" dirty="0">
                <a:solidFill>
                  <a:srgbClr val="BFD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企劃室</a:t>
            </a:r>
            <a:r>
              <a:rPr lang="en-US" altLang="zh-TW" sz="1100" dirty="0">
                <a:solidFill>
                  <a:srgbClr val="BFD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 </a:t>
            </a:r>
            <a:r>
              <a:rPr lang="zh-TW" altLang="en-US" sz="1100" dirty="0">
                <a:solidFill>
                  <a:srgbClr val="BFD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釗</a:t>
            </a:r>
            <a:endParaRPr lang="en-US" sz="1100" dirty="0">
              <a:solidFill>
                <a:srgbClr val="BFD7EA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BFD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查證日期</a:t>
            </a:r>
            <a:r>
              <a:rPr lang="en-US" sz="1100" dirty="0">
                <a:solidFill>
                  <a:srgbClr val="BFD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2026-10-01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結論先講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85800" y="1344168"/>
            <a:ext cx="512064" cy="512064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234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它是「指揮台」，不提供 AI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002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用的是你自己已經付費的 Claude／Codex 帳號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85800" y="2532888"/>
            <a:ext cx="512064" cy="512064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4231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額度用完不會自動接手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7889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自動等額度恢復、自動換帳號，到最新版 v1.4.218 都還沒有；能做的是事先登記多個帳號，用完時手動切換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85800" y="3721608"/>
            <a:ext cx="512064" cy="51206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685800" y="3721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6118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不會幫你記住過去學到的東西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776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不能取代現有的記憶作法（llm-wiki＋auto-memory），兩者是搭配使用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Orca 是什麼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官方一句話：「用你自己的訂閱，跑任何 AI 寫程式助手」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 種助手</a:t>
            </a:r>
            <a:r>
              <a:rPr lang="en-US" sz="14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：Claude Code、Codex、Cursor、Copilot、OpenCode、Grok…，能在終端機跑的都能接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各做各的</a:t>
            </a:r>
            <a:r>
              <a:rPr lang="en-US" sz="14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：每個助手在自己的工作資料夾裡做事，可以讓好幾個同時做同一題，挑最好的那份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到處能用</a:t>
            </a:r>
            <a:r>
              <a:rPr lang="en-US" sz="14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：電腦（Mac／Windows／Linux）、手機（iOS、Android）、遠端主機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其他功能</a:t>
            </a:r>
            <a:r>
              <a:rPr lang="en-US" sz="14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：看 GitHub／Linear 工單、點畫面元件讓 AI 改版面（Design Mode）、讓 AI 操作桌面程式（Computer Use）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3258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3A8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34+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901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支援的助手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24231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612648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8.3 萬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999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星數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35204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612648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MIT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免費開源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用自己的訂閱帳號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Orca 不需要另外買 API，直接叫起你電腦上已經登入的 Claude／Codex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⇄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帳號切換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可以登記好幾組帳號，切換時不用重新登入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74720" y="160020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34747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%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用量看板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看得到 5 小時、每天、每週還剩多少額度，以及什麼時候重置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263640" y="160020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263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▣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設定分開放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每個帳號的設定各自存放，不會互相干擾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參考價格（月費）</a:t>
            </a:r>
            <a:r>
              <a:rPr lang="en-US" sz="14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ChatGPT Plus $20 ／ Pro $100 或 $200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價格來源：第三方價格整理（aipricing.guru、eesel.ai），OpenAI 說明頁未能直接取得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Orca 和 Codex 本身差在哪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Orca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Codex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是什麼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指揮台，管很多助手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OpenAI 自家的一個助手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能用哪些助手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34 種以上，可以同時跑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只有 Codex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同時做事會不會打架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每個助手一個獨立資料夾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只有一個工作區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帳號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可以放多組、不同廠商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一個 ChatGPT 帳號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在哪裡用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電腦、手機、遠端主機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終端機、桌面版、編輯器外掛、網頁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額度用完時，現在怎麼辦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沒有自動機制，要自己動手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打開帳號切換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697480" y="1508760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26974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換一個還有額度的帳號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800600" y="1508760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48006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開一段新對話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903720" y="1508760"/>
            <a:ext cx="384048" cy="384048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037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用「接手對話」把內容帶過去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CE9E6"/>
          </a:solidFill>
          <a:ln w="12700">
            <a:solidFill>
              <a:srgbClr val="FCE9E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685800" y="299008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60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為什麼不能直接無縫換？</a:t>
            </a:r>
            <a:r>
              <a:rPr lang="en-US" sz="13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換帳號只對「新開的對話」有效，正在跑的那段換不過去（官方已知問題 #19900，還沒解決）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「接手對話」（Continue in New Session）目前只有電腦版有，手機版還在排隊（#19374）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分工調度（Orchestration）：一個主管帶一群工人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像專案經理派工：一個助手當主管，把大工作拆成工單發給其他助手；工人回報「哪張工單、第幾次派的」，主管對得上才算結案。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846320" cy="23042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官方用語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白話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Run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專案資料夾＋主管信箱（只記錄，不派人）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Task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工單：做什麼、等誰、做到哪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Dispatch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這張工單「這一次」交給誰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Message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工人和主管之間的信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Decision Gate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主管還沒拍板的問題，相關工單先停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554480"/>
            <a:ext cx="329184" cy="32918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 txBox="1"/>
          <p:nvPr/>
        </p:nvSpPr>
        <p:spPr>
          <a:xfrm>
            <a:off x="56692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5727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開專案</a:t>
            </a:r>
            <a:endParaRPr lang="en-US" sz="1300" dirty="0"/>
          </a:p>
        </p:txBody>
      </p:sp>
      <p:sp>
        <p:nvSpPr>
          <p:cNvPr id="4" name="Shape 5"/>
          <p:cNvSpPr/>
          <p:nvPr/>
        </p:nvSpPr>
        <p:spPr>
          <a:xfrm>
            <a:off x="5669280" y="2011680"/>
            <a:ext cx="329184" cy="32918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 txBox="1"/>
          <p:nvPr/>
        </p:nvSpPr>
        <p:spPr>
          <a:xfrm>
            <a:off x="566928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0299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開工單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0" y="2468880"/>
            <a:ext cx="329184" cy="32918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 txBox="1"/>
          <p:nvPr/>
        </p:nvSpPr>
        <p:spPr>
          <a:xfrm>
            <a:off x="566928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2487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派工人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0" y="2926080"/>
            <a:ext cx="329184" cy="32918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 txBox="1"/>
          <p:nvPr/>
        </p:nvSpPr>
        <p:spPr>
          <a:xfrm>
            <a:off x="566928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2944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主管收信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0" y="3383280"/>
            <a:ext cx="329184" cy="329184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 txBox="1"/>
          <p:nvPr/>
        </p:nvSpPr>
        <p:spPr>
          <a:xfrm>
            <a:off x="566928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126480" y="3401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工人回報完成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回報要同時對「工單」和「第幾次派」：重派過時，舊回報不會被誤當完成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做完可讓工人收工，或先留著查問題；v1.4.218 起實驗中的聊天介面也能當主管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「接手對話」是什麼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Continue in New Session：在助手視窗的選單點這個按鈕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另開一段新對話</a:t>
            </a:r>
            <a:r>
              <a:rPr lang="en-US" sz="15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，可以換成別的助手（例如 Claude 換成 Codex）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自動整理前面聊過的重點</a:t>
            </a:r>
            <a:r>
              <a:rPr lang="en-US" sz="15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，貼給新助手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原本那段對話不會被關掉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37760" y="132588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5120640" y="1444752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A8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精簡（預設）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只帶最新進度和目前的檔案，需要時新助手才回頭翻舊對話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269748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5120640" y="2816352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叫新助手把整段舊對話讀完，比較慢，也比較吃額度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要帶多少內容可以選 →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分工調度和「接手對話」差在哪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11505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接手對話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分工調度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一句話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一件事換人接著做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一個主管同時帶好幾個人分工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交接什麼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前面聊過的內容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工單內容、進度、回報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誰按下去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你自己點選單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主管助手自己下指令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幾個助手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一個換一個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一個帶多個，同時做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怎麼算做完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沒有判定，貼完就交給新對話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工人回報要對得上工單才算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什麼時候用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對話太長、想換助手、額度用完換帳號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大任務拆給多個助手一起做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目前限制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只有電腦版；Codex 開啟時跳出自動更新會吃掉交接內容（#18153）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一清空就全沒了，也不能跨電腦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2"/>
          <p:cNvSpPr txBox="1"/>
          <p:nvPr/>
        </p:nvSpPr>
        <p:spPr>
          <a:xfrm>
            <a:off x="640080" y="43159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A8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</a:t>
            </a:r>
            <a:r>
              <a:rPr lang="en-US" sz="12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額度用完時派得上用場的是「接手對話」；分工調度解決的是「怎麼分工」，不是「額度用完怎麼續」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能取代記憶系統嗎？不能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Orca 管「現在」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誰在做什麼。按一下清空就沒了，也不會跟著換電腦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10058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4846320" y="111556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A8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記憶系統管「以前」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學到了什麼。存在 git，永久保存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的 CLAUDE.md、Codex 的 AGENTS.md，官方說 Orca「不碰，那是助手自己的」，只是方便你打開來改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auto-memory：</a:t>
            </a:r>
            <a:r>
              <a:rPr lang="en-US" sz="12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Code 會自動把學到的事記下來，但只存在本機，換電腦就沒了。</a:t>
            </a:r>
            <a:r>
              <a:rPr lang="en-US" sz="125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我自己加了一步</a:t>
            </a:r>
            <a:r>
              <a:rPr lang="en-US" sz="12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：每次對話結束自動複製到專案的 memory\ 資料夾，跟著 git 一起備份（不是 Claude Code 內建功能）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104241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Orca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llm-wiki＋auto-memory（現在用的）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ai-memory（另一套開源工具）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能保存多久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清空就沒了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存在 git，永久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存在 git，永久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怎麼記下來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手動下指令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自動記，我再自動複製進專案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自動記錄對話與操作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26187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想讓好幾個助手同時做、比較結果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459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FD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值得試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85800" y="2514600"/>
            <a:ext cx="502920" cy="50292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40487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主要想解決額度用完自動接手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7889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FD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先不要導入，等相關功能真的上線（追蹤清單見最後的備註）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502920" cy="502920"/>
          </a:xfrm>
          <a:prstGeom prst="ellipse">
            <a:avLst/>
          </a:prstGeom>
          <a:solidFill>
            <a:srgbClr val="BFD7EA"/>
          </a:solidFill>
          <a:ln w="12700">
            <a:solidFill>
              <a:srgbClr val="BFD7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6858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↻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54787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319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FD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繼續用現在的作法；需要「跨電腦、全自動記錄」時才考慮加 ai-memory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這次查證學到的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第一次查時，看到 GitHub 有相關修改，就以為功能能用了——其實還沒合併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D5DCE3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有人提需求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874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BFD7EA"/>
          </a:solidFill>
          <a:ln w="12700">
            <a:solidFill>
              <a:srgbClr val="BFD7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342900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有人送修改，還沒合併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 PR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已經合併並正式發布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release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三者是三回事：要一個一個點進去看狀態，再對照正式版的更新紀錄，只有最右邊才代表「能用」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備註：還在開發中的功能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狀態截至 2026-10-01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6365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編號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在做什麼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 #21036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額度用完先停住，恢復後自動繼續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604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還沒合併（09-26 還有更新）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 #8132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同上，較早的版本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已關閉、沒有合併（09-14）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Issue #20512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額度快用完時自動換帳號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604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還在討論，沒有人認領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Issue #10137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Codex 換帳號時連同對話一起帶過去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604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還在討論，等官方回覆設計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正式版 v1.4.207～218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只有用量顯示和接續對話的小修正，沒有自動換帳號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#20512 的構想：用到 90% 就先換、挑剩最多額度的帳號、換過後隔一段時間才能再換，避免來回切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附錄：2026-10-01 重新查證結果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筆記原本的說法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重查結果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處置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 #21036 open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仍是 open，最後更新 09-26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維持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 #8132 closed 未合併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屬實，09-14 關閉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維持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Issue #20512／#19900／#19374 open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三個都還是 open，沒有指派人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維持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Release 查到 v1.4.206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最新已到 v1.4.218（09-30）；逐版搜尋只有用量追蹤和 resume 修補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支援 Gemini 等 20+ 種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README 列 34 種，沒有 Gemini CLI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更正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「沒有長期記憶」的官方原話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官方文件找不到這句；reset 指令屬實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降級：結論不變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ChatGPT Plus $20、Pro $100～200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第三方價格整理一致；OpenAI 頁未直接驗到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二手來源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 #8132 關閉理由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沒有重查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推測，不引用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接手對話的行為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官方 codex.mdx＋原始碼：開新對話、原對話不動、精簡／完整兩種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已查證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來源：github.com/stablyai/orca（README、releases、PR、issue）、onorca.dev/docs（orchestration、hooks-memory）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891</Words>
  <Application>Microsoft Office PowerPoint</Application>
  <PresentationFormat>如螢幕大小 (16:9)</PresentationFormat>
  <Paragraphs>241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7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Stably Orca 評估</dc:title>
  <dc:subject>PptxGenJS Presentation</dc:subject>
  <dc:creator>PptxGenJS</dc:creator>
  <cp:lastModifiedBy>OLD_OPO張霖釗</cp:lastModifiedBy>
  <cp:revision>3</cp:revision>
  <dcterms:created xsi:type="dcterms:W3CDTF">2026-10-01T09:56:32Z</dcterms:created>
  <dcterms:modified xsi:type="dcterms:W3CDTF">2026-10-02T01:05:44Z</dcterms:modified>
</cp:coreProperties>
</file>